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64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6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044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6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94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409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95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34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04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78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983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525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161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142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160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662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A2221A3-CFEF-4619-A368-FBC013259C4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7E79D82-2BE5-4630-B78C-22EF8A13B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374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4155-384F-8B9A-6017-A38F9B7E4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520843"/>
            <a:ext cx="9440034" cy="1828801"/>
          </a:xfrm>
        </p:spPr>
        <p:txBody>
          <a:bodyPr/>
          <a:lstStyle/>
          <a:p>
            <a:r>
              <a:rPr lang="en-IN" b="1" dirty="0"/>
              <a:t>Smart Study Monitor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A2E2F-7F44-6D09-68A2-2FC9601BF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2644610"/>
            <a:ext cx="9440034" cy="1049867"/>
          </a:xfrm>
        </p:spPr>
        <p:txBody>
          <a:bodyPr>
            <a:normAutofit/>
          </a:bodyPr>
          <a:lstStyle/>
          <a:p>
            <a:r>
              <a:rPr lang="en-US" sz="2200" dirty="0"/>
              <a:t>Drowsiness Detection &amp; Focus Tracking using AI</a:t>
            </a:r>
          </a:p>
          <a:p>
            <a:endParaRPr lang="en-IN"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FD061-A3BE-49D5-5958-F67277114771}"/>
              </a:ext>
            </a:extLst>
          </p:cNvPr>
          <p:cNvSpPr txBox="1"/>
          <p:nvPr/>
        </p:nvSpPr>
        <p:spPr>
          <a:xfrm rot="10800000" flipV="1">
            <a:off x="9901084" y="5211096"/>
            <a:ext cx="415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Anaswara Rajesh</a:t>
            </a:r>
          </a:p>
        </p:txBody>
      </p:sp>
    </p:spTree>
    <p:extLst>
      <p:ext uri="{BB962C8B-B14F-4D97-AF65-F5344CB8AC3E}">
        <p14:creationId xmlns:p14="http://schemas.microsoft.com/office/powerpoint/2010/main" val="341000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B1D0-B7FD-CD15-6DF8-670BBBE9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5" y="1111046"/>
            <a:ext cx="4734428" cy="970450"/>
          </a:xfrm>
        </p:spPr>
        <p:txBody>
          <a:bodyPr>
            <a:normAutofit fontScale="90000"/>
          </a:bodyPr>
          <a:lstStyle/>
          <a:p>
            <a:r>
              <a:rPr lang="en-IN" sz="4500" b="1" dirty="0">
                <a:effectLst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91BF9-1ADF-ACBE-2F37-971D6D195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533" y="2563275"/>
            <a:ext cx="5784979" cy="2549499"/>
          </a:xfrm>
        </p:spPr>
        <p:txBody>
          <a:bodyPr>
            <a:normAutofit/>
          </a:bodyPr>
          <a:lstStyle/>
          <a:p>
            <a:r>
              <a:rPr lang="en-US" sz="2800" dirty="0"/>
              <a:t>Students lose focus while studying</a:t>
            </a:r>
          </a:p>
          <a:p>
            <a:r>
              <a:rPr lang="en-US" sz="2800" dirty="0"/>
              <a:t>Drowsiness affects productivity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189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7E4F-F804-1738-2688-76C22F68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349" y="1111045"/>
            <a:ext cx="2885715" cy="963561"/>
          </a:xfrm>
        </p:spPr>
        <p:txBody>
          <a:bodyPr>
            <a:normAutofit/>
          </a:bodyPr>
          <a:lstStyle/>
          <a:p>
            <a:r>
              <a:rPr lang="en-IN" sz="4500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50787-8F3C-CA16-008B-B51CB8421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063" y="2359744"/>
            <a:ext cx="4299254" cy="2416762"/>
          </a:xfrm>
        </p:spPr>
        <p:txBody>
          <a:bodyPr>
            <a:normAutofit/>
          </a:bodyPr>
          <a:lstStyle/>
          <a:p>
            <a:r>
              <a:rPr lang="en-US" sz="2800" dirty="0"/>
              <a:t>Detect blinking</a:t>
            </a:r>
          </a:p>
          <a:p>
            <a:r>
              <a:rPr lang="en-US" sz="2800" dirty="0"/>
              <a:t>Detect drowsiness</a:t>
            </a:r>
          </a:p>
          <a:p>
            <a:r>
              <a:rPr lang="en-US" sz="2800" dirty="0"/>
              <a:t>Track head movement</a:t>
            </a:r>
          </a:p>
          <a:p>
            <a:r>
              <a:rPr lang="en-US" sz="2800" dirty="0"/>
              <a:t>Calculate attention score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7155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422AC4-9F24-02B1-C0C9-D00A39C9FBA8}"/>
              </a:ext>
            </a:extLst>
          </p:cNvPr>
          <p:cNvSpPr txBox="1">
            <a:spLocks/>
          </p:cNvSpPr>
          <p:nvPr/>
        </p:nvSpPr>
        <p:spPr>
          <a:xfrm>
            <a:off x="1029474" y="1514167"/>
            <a:ext cx="9402551" cy="97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 Used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2546F5-B1F3-984E-31CE-4E27A988EB86}"/>
              </a:ext>
            </a:extLst>
          </p:cNvPr>
          <p:cNvSpPr txBox="1">
            <a:spLocks/>
          </p:cNvSpPr>
          <p:nvPr/>
        </p:nvSpPr>
        <p:spPr>
          <a:xfrm>
            <a:off x="2356828" y="2943775"/>
            <a:ext cx="8075197" cy="97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Python, OpenCV, </a:t>
            </a:r>
            <a:r>
              <a:rPr lang="en-IN" dirty="0" err="1"/>
              <a:t>MediaPipe</a:t>
            </a:r>
            <a:r>
              <a:rPr lang="en-IN" dirty="0"/>
              <a:t>, NumPy, </a:t>
            </a:r>
            <a:r>
              <a:rPr lang="en-IN" dirty="0" err="1"/>
              <a:t>Pygame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009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2980-1AF7-1EFC-3586-D3722447DEBB}"/>
              </a:ext>
            </a:extLst>
          </p:cNvPr>
          <p:cNvSpPr txBox="1">
            <a:spLocks/>
          </p:cNvSpPr>
          <p:nvPr/>
        </p:nvSpPr>
        <p:spPr>
          <a:xfrm>
            <a:off x="999978" y="1445342"/>
            <a:ext cx="7765322" cy="9704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B1AE-2108-EB77-51AA-173AC87DD346}"/>
              </a:ext>
            </a:extLst>
          </p:cNvPr>
          <p:cNvSpPr txBox="1">
            <a:spLocks/>
          </p:cNvSpPr>
          <p:nvPr/>
        </p:nvSpPr>
        <p:spPr>
          <a:xfrm>
            <a:off x="2484648" y="2696013"/>
            <a:ext cx="7927713" cy="22594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Webcam → Face Detection → EAR Calculation → Detection → Output</a:t>
            </a:r>
          </a:p>
        </p:txBody>
      </p:sp>
    </p:spTree>
    <p:extLst>
      <p:ext uri="{BB962C8B-B14F-4D97-AF65-F5344CB8AC3E}">
        <p14:creationId xmlns:p14="http://schemas.microsoft.com/office/powerpoint/2010/main" val="2666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8587-7FC6-79EC-0385-2A88B16889C2}"/>
              </a:ext>
            </a:extLst>
          </p:cNvPr>
          <p:cNvSpPr txBox="1">
            <a:spLocks/>
          </p:cNvSpPr>
          <p:nvPr/>
        </p:nvSpPr>
        <p:spPr>
          <a:xfrm>
            <a:off x="685346" y="960489"/>
            <a:ext cx="7765322" cy="2769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500" b="1" dirty="0"/>
              <a:t>Blink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ADD0B-677C-48F9-DCD3-1AFA7BC250E1}"/>
              </a:ext>
            </a:extLst>
          </p:cNvPr>
          <p:cNvSpPr txBox="1">
            <a:spLocks/>
          </p:cNvSpPr>
          <p:nvPr/>
        </p:nvSpPr>
        <p:spPr>
          <a:xfrm>
            <a:off x="2602636" y="2101783"/>
            <a:ext cx="4712564" cy="6076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EAR &lt; threshold → Blink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EB5B9-9DD7-4418-51F6-D1D240DEEE90}"/>
              </a:ext>
            </a:extLst>
          </p:cNvPr>
          <p:cNvSpPr txBox="1"/>
          <p:nvPr/>
        </p:nvSpPr>
        <p:spPr>
          <a:xfrm>
            <a:off x="685346" y="3036585"/>
            <a:ext cx="6096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500" b="1" dirty="0"/>
              <a:t>Drowsiness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65418-B28B-2E2F-F583-0DB600496204}"/>
              </a:ext>
            </a:extLst>
          </p:cNvPr>
          <p:cNvSpPr txBox="1"/>
          <p:nvPr/>
        </p:nvSpPr>
        <p:spPr>
          <a:xfrm>
            <a:off x="2602636" y="450857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Eye closed for long → Alarm</a:t>
            </a:r>
          </a:p>
        </p:txBody>
      </p:sp>
    </p:spTree>
    <p:extLst>
      <p:ext uri="{BB962C8B-B14F-4D97-AF65-F5344CB8AC3E}">
        <p14:creationId xmlns:p14="http://schemas.microsoft.com/office/powerpoint/2010/main" val="2860528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416D8-7902-8094-7AA3-C5A865072F3A}"/>
              </a:ext>
            </a:extLst>
          </p:cNvPr>
          <p:cNvSpPr txBox="1">
            <a:spLocks/>
          </p:cNvSpPr>
          <p:nvPr/>
        </p:nvSpPr>
        <p:spPr>
          <a:xfrm>
            <a:off x="685346" y="853856"/>
            <a:ext cx="7765322" cy="9704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500" b="1" dirty="0"/>
              <a:t>Head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F4B28-9B04-921D-9187-B21F5DF322A9}"/>
              </a:ext>
            </a:extLst>
          </p:cNvPr>
          <p:cNvSpPr txBox="1">
            <a:spLocks/>
          </p:cNvSpPr>
          <p:nvPr/>
        </p:nvSpPr>
        <p:spPr>
          <a:xfrm>
            <a:off x="2086285" y="1893555"/>
            <a:ext cx="6364383" cy="9704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Nose left/right → distraction</a:t>
            </a:r>
          </a:p>
          <a:p>
            <a:r>
              <a:rPr lang="en-US" dirty="0"/>
              <a:t>Center → focus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30783-1D98-42ED-8723-1A9ED8B19F0E}"/>
              </a:ext>
            </a:extLst>
          </p:cNvPr>
          <p:cNvSpPr txBox="1"/>
          <p:nvPr/>
        </p:nvSpPr>
        <p:spPr>
          <a:xfrm>
            <a:off x="2086285" y="4556641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Starts at 100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Decreases with distraction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E3E53-3246-27E5-BC2F-217DD72B7347}"/>
              </a:ext>
            </a:extLst>
          </p:cNvPr>
          <p:cNvSpPr txBox="1"/>
          <p:nvPr/>
        </p:nvSpPr>
        <p:spPr>
          <a:xfrm>
            <a:off x="685346" y="3601580"/>
            <a:ext cx="6096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500" b="1" dirty="0"/>
              <a:t>Attention Score</a:t>
            </a:r>
          </a:p>
        </p:txBody>
      </p:sp>
    </p:spTree>
    <p:extLst>
      <p:ext uri="{BB962C8B-B14F-4D97-AF65-F5344CB8AC3E}">
        <p14:creationId xmlns:p14="http://schemas.microsoft.com/office/powerpoint/2010/main" val="28012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75364-D7A7-328E-442E-3AF56D05087E}"/>
              </a:ext>
            </a:extLst>
          </p:cNvPr>
          <p:cNvSpPr txBox="1">
            <a:spLocks/>
          </p:cNvSpPr>
          <p:nvPr/>
        </p:nvSpPr>
        <p:spPr>
          <a:xfrm>
            <a:off x="832829" y="1210838"/>
            <a:ext cx="7765322" cy="9704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5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0F575-B157-ED14-7646-0281BC679150}"/>
              </a:ext>
            </a:extLst>
          </p:cNvPr>
          <p:cNvSpPr txBox="1">
            <a:spLocks/>
          </p:cNvSpPr>
          <p:nvPr/>
        </p:nvSpPr>
        <p:spPr>
          <a:xfrm>
            <a:off x="1550585" y="2872993"/>
            <a:ext cx="10887222" cy="22889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This project shows how AI can improve focus and productivity</a:t>
            </a:r>
            <a:br>
              <a:rPr lang="en-US" dirty="0"/>
            </a:br>
            <a:r>
              <a:rPr lang="en-US" dirty="0"/>
              <a:t>using real-time monitoring.</a:t>
            </a:r>
          </a:p>
        </p:txBody>
      </p:sp>
    </p:spTree>
    <p:extLst>
      <p:ext uri="{BB962C8B-B14F-4D97-AF65-F5344CB8AC3E}">
        <p14:creationId xmlns:p14="http://schemas.microsoft.com/office/powerpoint/2010/main" val="3912777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CA5C66-5792-DD5A-FD8F-FBDC5BD3FF73}"/>
              </a:ext>
            </a:extLst>
          </p:cNvPr>
          <p:cNvSpPr txBox="1"/>
          <p:nvPr/>
        </p:nvSpPr>
        <p:spPr>
          <a:xfrm>
            <a:off x="3185651" y="292116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33761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</TotalTime>
  <Words>109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Wingdings 2</vt:lpstr>
      <vt:lpstr>Slate</vt:lpstr>
      <vt:lpstr>Smart Study Monitor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Anaswara Rajesh</dc:creator>
  <cp:lastModifiedBy>Anaswara Rajesh</cp:lastModifiedBy>
  <cp:revision>1</cp:revision>
  <dcterms:created xsi:type="dcterms:W3CDTF">2026-04-28T18:33:14Z</dcterms:created>
  <dcterms:modified xsi:type="dcterms:W3CDTF">2026-04-28T18:47:47Z</dcterms:modified>
</cp:coreProperties>
</file>